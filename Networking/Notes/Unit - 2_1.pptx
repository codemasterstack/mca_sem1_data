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4012" r:id="rId2"/>
    <p:sldId id="4024" r:id="rId3"/>
    <p:sldId id="4037" r:id="rId4"/>
    <p:sldId id="4038" r:id="rId5"/>
    <p:sldId id="4039" r:id="rId6"/>
    <p:sldId id="4040" r:id="rId7"/>
    <p:sldId id="4041" r:id="rId8"/>
    <p:sldId id="4043" r:id="rId9"/>
    <p:sldId id="4044" r:id="rId10"/>
    <p:sldId id="4045" r:id="rId11"/>
    <p:sldId id="4046" r:id="rId12"/>
    <p:sldId id="401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221674" y="1089336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166930"/>
            <a:ext cx="87984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Unit-II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32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Physical Layer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Physical Layer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09600" y="1679522"/>
            <a:ext cx="113330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Interacts with transmission media directly.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part connecting components together.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Carries information node to node.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services for data link.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complex physical-layer tasks.</a:t>
            </a:r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6D0B127F-B912-4E00-B5E5-BD31D2351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220" y="3890277"/>
            <a:ext cx="8115778" cy="250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Data and Signals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Data-link frames are bits.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 must become signals.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 creates signals.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traverse transmission medium.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end-to-end transport.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58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Signal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447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can be analog.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can be digital.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Analog: infinite value range.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Digital: limited discrete values.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 driven by design needs.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4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EA89EF93-F30F-4965-8A63-70F76CBF1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981" y="3893128"/>
            <a:ext cx="8746441" cy="2331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3431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Analog Signal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signals: simple or composite.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periodic in this context.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periodic signal: sine wave.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Sine cannot be decomposed further.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Composite: multiple sine components.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5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43329553-9E18-4B50-A4A6-DEF0DD6B4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937" y="4366347"/>
            <a:ext cx="8647113" cy="197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55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6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5ACB4CF0-E80C-4C5F-B5A3-1E67B9A1B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100" y="676285"/>
            <a:ext cx="7842200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6B51CDE6-3FD6-4568-B8A9-4108ADC5E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100" y="3267408"/>
            <a:ext cx="8382000" cy="2856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480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7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46524D-0669-4AFA-968F-43EEE519A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506" y="980728"/>
            <a:ext cx="8568952" cy="230832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i="1" dirty="0">
                <a:latin typeface="Times New Roman" panose="02020603050405020304" pitchFamily="18" charset="0"/>
              </a:rPr>
              <a:t>Frequency is the rate of change with respect to time. Change in a short span of time means high frequency. Change over a long span of time means low frequency.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587F952-223F-4ECF-A5A2-0D15E83B4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050" y="3789040"/>
            <a:ext cx="8568952" cy="1754326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i="1" dirty="0">
                <a:latin typeface="Times New Roman" panose="02020603050405020304" pitchFamily="18" charset="0"/>
              </a:rPr>
              <a:t>If a signal does not change at all, its frequency is zero. If a signal changes instantaneously, its frequency is infinite.</a:t>
            </a:r>
          </a:p>
        </p:txBody>
      </p:sp>
    </p:spTree>
    <p:extLst>
      <p:ext uri="{BB962C8B-B14F-4D97-AF65-F5344CB8AC3E}">
        <p14:creationId xmlns:p14="http://schemas.microsoft.com/office/powerpoint/2010/main" val="3364993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DA976DF-04E5-4E42-BE13-0AE7BBC42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8429" y="662430"/>
            <a:ext cx="8640960" cy="2308324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The bandwidth is a property of a medium: It is the difference between the highest and the lowest frequencies that the medium can satisfactorily pass.</a:t>
            </a:r>
            <a:r>
              <a:rPr lang="en-US" altLang="en-US" sz="36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Helvetica Neue"/>
              </a:rPr>
              <a:t> </a:t>
            </a: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CA3E959B-1364-4DDE-8F96-9676AD867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637" y="3379231"/>
            <a:ext cx="8534752" cy="2661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smtClean="0"/>
              <a:t>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664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Digital </a:t>
            </a:r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Signal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49996FE6-012A-477F-8D51-A5E118D27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65" y="3020572"/>
            <a:ext cx="8363272" cy="310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FCE8285-5DC8-46D1-8186-E627A5CA3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308" y="1460202"/>
            <a:ext cx="8352928" cy="1200329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en-US" sz="36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 digital signal is a composite signal with an infinite bandwidth.</a:t>
            </a:r>
          </a:p>
        </p:txBody>
      </p:sp>
    </p:spTree>
    <p:extLst>
      <p:ext uri="{BB962C8B-B14F-4D97-AF65-F5344CB8AC3E}">
        <p14:creationId xmlns:p14="http://schemas.microsoft.com/office/powerpoint/2010/main" val="1028674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10</a:t>
            </a:r>
            <a:endParaRPr lang="en-IN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465192CA-FFCE-4A2E-917B-4CDF372F1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002" y="1354622"/>
            <a:ext cx="8424936" cy="3484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185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Digital v/s Analog</a:t>
            </a:r>
            <a:endParaRPr lang="en-US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Analog: continuous value signals.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Digital: discrete value signals.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often periodic sines.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composite, bandwidth-limited edges.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 carries both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122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12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100E78-310B-3971-6C1D-4A5D1E777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7040" y="2701547"/>
            <a:ext cx="6537920" cy="1621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274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Helvetica Neue</vt:lpstr>
      <vt:lpstr>Times New Roman</vt:lpstr>
      <vt:lpstr>1_Office Theme</vt:lpstr>
      <vt:lpstr>PowerPoint Presentation</vt:lpstr>
      <vt:lpstr>Physical Layer</vt:lpstr>
      <vt:lpstr>Data and Signals</vt:lpstr>
      <vt:lpstr>Signal types</vt:lpstr>
      <vt:lpstr>Analog Signal</vt:lpstr>
      <vt:lpstr>PowerPoint Presentation</vt:lpstr>
      <vt:lpstr>PowerPoint Presentation</vt:lpstr>
      <vt:lpstr>PowerPoint Presentation</vt:lpstr>
      <vt:lpstr>Digital Signal</vt:lpstr>
      <vt:lpstr>PowerPoint Presentation</vt:lpstr>
      <vt:lpstr>Digital v/s Analog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43</cp:revision>
  <dcterms:created xsi:type="dcterms:W3CDTF">2024-12-19T08:47:23Z</dcterms:created>
  <dcterms:modified xsi:type="dcterms:W3CDTF">2026-08-06T03:35:17Z</dcterms:modified>
</cp:coreProperties>
</file>