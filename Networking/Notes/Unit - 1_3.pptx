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4012" r:id="rId2"/>
    <p:sldId id="4020" r:id="rId3"/>
    <p:sldId id="4021" r:id="rId4"/>
    <p:sldId id="4022" r:id="rId5"/>
    <p:sldId id="4023" r:id="rId6"/>
    <p:sldId id="4024" r:id="rId7"/>
    <p:sldId id="4025" r:id="rId8"/>
    <p:sldId id="4026" r:id="rId9"/>
    <p:sldId id="4033" r:id="rId10"/>
    <p:sldId id="401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138546" y="1892899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201223"/>
            <a:ext cx="87984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</a:t>
            </a:r>
          </a:p>
          <a:p>
            <a:pPr algn="ctr"/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Network Basics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4F89-D8F9-9BC6-F9B0-2C8B83FD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Computer Networks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39AE4-4A42-35E1-E037-197CAC91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88" t="5001" r="12212" b="7089"/>
          <a:stretch/>
        </p:blipFill>
        <p:spPr>
          <a:xfrm>
            <a:off x="2479963" y="1521114"/>
            <a:ext cx="7232074" cy="483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2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EF06-15B7-2B0B-4E97-C96A85E8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Categories of Networks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711E-F8BD-EE79-000A-97D91BFF4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Area Network (PAN)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 (LAN)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Local Area Network (WLAN)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Metropolitan Area Network (MAN)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Area Network (WAN)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C8CBC-2A8E-18F9-9180-F365E66C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863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CC58-F90F-D9C0-802B-44AD6B55D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Personal Area Network (PAN)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6F91-725E-3A71-3FCB-217752400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Short-range, individual device connection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range: few meters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Devices: smartphones, laptops, wearables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personal data transfer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Bluetooth, USB networks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F5465-F53B-E7E9-4491-B9A23336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F7DFC-6BD7-494F-9911-A50F320B913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58723" y="1743310"/>
            <a:ext cx="4248472" cy="254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9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1299-9735-AA67-5347-294CB9F3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Local Area Network (LAN)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6764-4AC7-B0EC-103F-711D756E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small geographic area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computers in offices, schools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owned, managed by organization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Ethernet, Wi-Fi technologies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speed, easy resource sharing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2BBD5-55C0-F00B-2353-527CDE66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5</a:t>
            </a: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623E142E-EC0C-4BDA-8F13-8E978C739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9637" y="4522688"/>
            <a:ext cx="3888432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9891BF70-7C40-4FEE-B567-263526CD0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94594" y="3078821"/>
            <a:ext cx="3976969" cy="3460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517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Wireless Local Area Network (WLAN)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211282" y="1977090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 using wireless signals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radio waves (Wi-Fi)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connect without cables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mobility within network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wireless routers, hotspots</a:t>
            </a:r>
          </a:p>
        </p:txBody>
      </p:sp>
      <p:pic>
        <p:nvPicPr>
          <p:cNvPr id="7" name="Picture 2" descr="Picture">
            <a:extLst>
              <a:ext uri="{FF2B5EF4-FFF2-40B4-BE49-F238E27FC236}">
                <a16:creationId xmlns:a16="http://schemas.microsoft.com/office/drawing/2014/main" id="{4F55EEB8-1C54-4650-BE49-8E12EC875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436" y="1884161"/>
            <a:ext cx="5714346" cy="325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1635-5EE2-0539-B330-9EC50A9B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9109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Metropolitan Area Network (MAN)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79AA0-2DC6-3948-4503-242DA350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199" y="2258656"/>
            <a:ext cx="816725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Spans a city or campus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than LAN, smaller than WAN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Owned by single organization/government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citywide connectivity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multiple LANs together</a:t>
            </a:r>
          </a:p>
        </p:txBody>
      </p:sp>
      <p:pic>
        <p:nvPicPr>
          <p:cNvPr id="7" name="Picture 2" descr="Picture">
            <a:extLst>
              <a:ext uri="{FF2B5EF4-FFF2-40B4-BE49-F238E27FC236}">
                <a16:creationId xmlns:a16="http://schemas.microsoft.com/office/drawing/2014/main" id="{2B3D639B-53AE-48DE-BFEB-E01B93CA4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30" y="2404162"/>
            <a:ext cx="4091355" cy="340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47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8934-FE6D-4B5D-40C6-A4A18CB6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Wide Area Network (WAN)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3E53B-FE5E-6AA6-F390-8F0D62906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776749"/>
            <a:ext cx="7086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network type by size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LANs/MANs globally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public/private transmission providers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than LAN, expensive infrastructure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Internet, corporate WANs</a:t>
            </a:r>
          </a:p>
        </p:txBody>
      </p:sp>
    </p:spTree>
    <p:extLst>
      <p:ext uri="{BB962C8B-B14F-4D97-AF65-F5344CB8AC3E}">
        <p14:creationId xmlns:p14="http://schemas.microsoft.com/office/powerpoint/2010/main" val="76592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8934-FE6D-4B5D-40C6-A4A18CB6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Wide Area Network (WAN)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3E53B-FE5E-6AA6-F390-8F0D62906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  <p:pic>
        <p:nvPicPr>
          <p:cNvPr id="5" name="Picture 2" descr="Picture">
            <a:extLst>
              <a:ext uri="{FF2B5EF4-FFF2-40B4-BE49-F238E27FC236}">
                <a16:creationId xmlns:a16="http://schemas.microsoft.com/office/drawing/2014/main" id="{019DEFBF-CD43-4E59-9C1B-264DF4CB6B72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464" y="1171774"/>
            <a:ext cx="6548938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81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10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673838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222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Computer Networks</vt:lpstr>
      <vt:lpstr>Categories of Networks</vt:lpstr>
      <vt:lpstr>Personal Area Network (PAN)</vt:lpstr>
      <vt:lpstr>Local Area Network (LAN)</vt:lpstr>
      <vt:lpstr>Wireless Local Area Network (WLAN)</vt:lpstr>
      <vt:lpstr>Metropolitan Area Network (MAN)</vt:lpstr>
      <vt:lpstr>Wide Area Network (WAN)</vt:lpstr>
      <vt:lpstr>Wide Area Network (WAN)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21</cp:revision>
  <dcterms:created xsi:type="dcterms:W3CDTF">2024-12-19T08:47:23Z</dcterms:created>
  <dcterms:modified xsi:type="dcterms:W3CDTF">2026-08-06T03:34:21Z</dcterms:modified>
</cp:coreProperties>
</file>