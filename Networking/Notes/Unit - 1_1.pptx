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4012" r:id="rId2"/>
    <p:sldId id="4020" r:id="rId3"/>
    <p:sldId id="4021" r:id="rId4"/>
    <p:sldId id="4022" r:id="rId5"/>
    <p:sldId id="4023" r:id="rId6"/>
    <p:sldId id="4024" r:id="rId7"/>
    <p:sldId id="4025" r:id="rId8"/>
    <p:sldId id="4026" r:id="rId9"/>
    <p:sldId id="4027" r:id="rId10"/>
    <p:sldId id="4028" r:id="rId11"/>
    <p:sldId id="4029" r:id="rId12"/>
    <p:sldId id="4030" r:id="rId13"/>
    <p:sldId id="401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B5AD1-AED5-447F-B015-33F211256C5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26D41-FF65-4115-8719-90854CAEF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FCD2-971A-43FF-935B-13BD991569F0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E6A3-F4FD-4640-AA6F-0FCDCD7E7399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87F2A-27F4-40A5-A98A-FADDBB4DCCC5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8DBE-DA56-4ABF-A294-32DA2E6B49A1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2D40D-3842-46F9-A083-31C5F14A3A7F}" type="datetime1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870A-2C88-41DB-A183-C077FED04344}" type="datetime1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8A2AF-FCBD-48BC-A81D-521DD7ECBF4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5AEA-8D87-48E6-8A1E-0530C0178914}" type="datetime1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907D6-995A-4F91-92E2-ED61B38477E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896A-0523-4E49-8327-36EC3EF2A76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D5E1-ACE2-4D45-9C95-576178DFE9D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544A2-12D0-4795-98EC-67C17B4C675B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3F4632-2E8A-925D-1D1D-E18C3819C15B}"/>
              </a:ext>
            </a:extLst>
          </p:cNvPr>
          <p:cNvSpPr/>
          <p:nvPr/>
        </p:nvSpPr>
        <p:spPr>
          <a:xfrm>
            <a:off x="138546" y="1892899"/>
            <a:ext cx="1147156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CAP7001: 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Data Communication and Networking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012BF-9484-9988-12E0-5DA30A45AC54}"/>
              </a:ext>
            </a:extLst>
          </p:cNvPr>
          <p:cNvSpPr txBox="1"/>
          <p:nvPr/>
        </p:nvSpPr>
        <p:spPr>
          <a:xfrm>
            <a:off x="1863019" y="4201223"/>
            <a:ext cx="879847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Unit-I</a:t>
            </a:r>
          </a:p>
          <a:p>
            <a:pPr algn="ctr"/>
            <a:endParaRPr lang="en-US" sz="32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Network Basics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AC30B-A0AF-17F9-933D-2C759D8E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7673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94F89-D8F9-9BC6-F9B0-2C8B83FDE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Computer Networks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39AE4-4A42-35E1-E037-197CAC91E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2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654" y="1524433"/>
            <a:ext cx="9268692" cy="466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320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EF06-15B7-2B0B-4E97-C96A85E8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E711E-F8BD-EE79-000A-97D91BFF4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connected for communication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data, resources, information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cables or wireless links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Rely on communication protocols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collaboration, efficiency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C8CBC-2A8E-18F9-9180-F365E66CF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3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418" y="1825625"/>
            <a:ext cx="3422072" cy="342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636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CCC58-F90F-D9C0-802B-44AD6B55D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Data Communication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76F91-725E-3A71-3FCB-217752400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network: Interconnected devices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Shares resources, information,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channels for communication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 Move sender to receiver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 Efficient, reliable transfer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AF5465-F53B-E7E9-4491-B9A233369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50299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D1299-9735-AA67-5347-294CB9F37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Communication Effectiveness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66764-4AC7-B0EC-103F-711D756E3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Correct destination only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 transmission errors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On-time data delivery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for video/audio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Vital for communication quality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92BBD5-55C0-F00B-2353-527CDE66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55176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382A-45C3-B7B8-060F-7D50B48B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59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Components of Data Communication System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6AA03-73B3-CE79-1F7A-14FCC651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5DF1C5-BAC3-4F91-88F0-5A2FB5E7918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38200" y="1884161"/>
            <a:ext cx="10661073" cy="447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888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31635-5EE2-0539-B330-9EC50A9BD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Data Representation Types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679AA0-2DC6-3948-4503-242DA3503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7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0" t="22424" r="13232" b="9899"/>
          <a:stretch/>
        </p:blipFill>
        <p:spPr>
          <a:xfrm>
            <a:off x="2008909" y="1537854"/>
            <a:ext cx="7869382" cy="464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70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08934-FE6D-4B5D-40C6-A4A18CB66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Transmission Modes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3E53B-FE5E-6AA6-F390-8F0D62906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8</a:t>
            </a:r>
          </a:p>
        </p:txBody>
      </p:sp>
      <p:pic>
        <p:nvPicPr>
          <p:cNvPr id="7" name="Picture 2" descr="Transmission Modes in Computer Networks | Studytonight">
            <a:extLst>
              <a:ext uri="{FF2B5EF4-FFF2-40B4-BE49-F238E27FC236}">
                <a16:creationId xmlns:a16="http://schemas.microsoft.com/office/drawing/2014/main" id="{33C41A2C-F0CE-4BA7-8161-FC874EEFA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22" y="2016898"/>
            <a:ext cx="9477355" cy="3667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924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DF25C-3BBD-5121-8DBD-7C079420B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Transmission Modes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8E9D7-2FC5-236D-57F2-D1278D1DA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One-way data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from your computer to the printer or from the mouse to your computer.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79D71E-27CF-BDA9-B616-49C9F095C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9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FC2AB9-984C-427F-880A-435C66A75A4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121832"/>
            <a:ext cx="4829125" cy="30551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5198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8C9C8-E6EB-2724-541A-67B471578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Half-duplex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Two-way, not simultaneous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walkie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talkie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D2E47-117B-BD17-B94E-59D817C90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2D51F9-FABB-4702-9EC4-E77EEBC5356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871" y="3358141"/>
            <a:ext cx="5151529" cy="230425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DCDF25C-3BBD-5121-8DBD-7C079420B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Transmission Modes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4095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Full-duplex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Two-way, simultaneous transmission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 communication between two interconnected computers, your mobile phones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11</a:t>
            </a:r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DCDF25C-3BBD-5121-8DBD-7C079420B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Transmission Modes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53B44B-C68B-45AF-BFF4-18E70ADC222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694" y="3443388"/>
            <a:ext cx="5616624" cy="23779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54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12</a:t>
            </a:r>
            <a:endParaRPr lang="en-IN" dirty="0"/>
          </a:p>
        </p:txBody>
      </p:sp>
      <p:pic>
        <p:nvPicPr>
          <p:cNvPr id="5" name="Picture 2" descr="Transmission Modes in Computer Networks,Simplex, Half and Full duplex">
            <a:extLst>
              <a:ext uri="{FF2B5EF4-FFF2-40B4-BE49-F238E27FC236}">
                <a16:creationId xmlns:a16="http://schemas.microsoft.com/office/drawing/2014/main" id="{B9D536AC-AC3A-4E1B-8A1F-C6532CA63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633" y="778381"/>
            <a:ext cx="8329632" cy="5256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118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How To Write A Thank You Note In Five Easy Steps">
            <a:extLst>
              <a:ext uri="{FF2B5EF4-FFF2-40B4-BE49-F238E27FC236}">
                <a16:creationId xmlns:a16="http://schemas.microsoft.com/office/drawing/2014/main" id="{57A439CB-AFFD-D9AC-704F-B3A46E4F8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157" y="1054318"/>
            <a:ext cx="8901677" cy="500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8BEB83-B4D6-22E3-ED15-CD0A7FDA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645130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167</Words>
  <Application>Microsoft Office PowerPoint</Application>
  <PresentationFormat>Widescreen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Times New Roman</vt:lpstr>
      <vt:lpstr>1_Office Theme</vt:lpstr>
      <vt:lpstr>PowerPoint Presentation</vt:lpstr>
      <vt:lpstr>Computer Networks</vt:lpstr>
      <vt:lpstr>Definition</vt:lpstr>
      <vt:lpstr>Data Communication Overview</vt:lpstr>
      <vt:lpstr>Communication Effectiveness</vt:lpstr>
      <vt:lpstr>Components of Data Communication System</vt:lpstr>
      <vt:lpstr>Data Representation Types</vt:lpstr>
      <vt:lpstr>Transmission Modes</vt:lpstr>
      <vt:lpstr>Transmission Modes</vt:lpstr>
      <vt:lpstr>Transmission Modes</vt:lpstr>
      <vt:lpstr>Transmission Modes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DELL</cp:lastModifiedBy>
  <cp:revision>13</cp:revision>
  <dcterms:created xsi:type="dcterms:W3CDTF">2024-12-19T08:47:23Z</dcterms:created>
  <dcterms:modified xsi:type="dcterms:W3CDTF">2026-08-06T03:33:54Z</dcterms:modified>
</cp:coreProperties>
</file>