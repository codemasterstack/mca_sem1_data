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4012" r:id="rId2"/>
    <p:sldId id="4024" r:id="rId3"/>
    <p:sldId id="4025" r:id="rId4"/>
    <p:sldId id="4026" r:id="rId5"/>
    <p:sldId id="4027" r:id="rId6"/>
    <p:sldId id="4028" r:id="rId7"/>
    <p:sldId id="4029" r:id="rId8"/>
    <p:sldId id="4030" r:id="rId9"/>
    <p:sldId id="4031" r:id="rId10"/>
    <p:sldId id="4032" r:id="rId11"/>
    <p:sldId id="40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Unit-II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alt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</a:t>
            </a:r>
            <a:r>
              <a:rPr lang="en-US" alt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Media</a:t>
            </a:r>
            <a:br>
              <a:rPr lang="en-US" alt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</a:br>
            <a:r>
              <a:rPr lang="en-US" alt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(Unguided Media)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Unguided </a:t>
            </a:r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Media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722A2CC-E33A-40C6-AC63-69341A78544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838200" y="1884161"/>
            <a:ext cx="8291264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without physical medium.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carries electromagnetic energy.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 radio, microwave, infrared.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Antennas used for radiation.</a:t>
            </a:r>
          </a:p>
          <a:p>
            <a:pPr marL="4572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Free-space propagation mechanisms apply.</a:t>
            </a: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AB63525-EEFB-4DAC-A578-C7D2EE5A7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10" y="773266"/>
            <a:ext cx="103354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j-lt"/>
                <a:ea typeface="+mj-ea"/>
                <a:cs typeface="+mj-cs"/>
              </a:rPr>
              <a:t>Wireless Transmission Waves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153D4B4-ACB6-4860-AA47-EE7AC3DFD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19" y="2181658"/>
            <a:ext cx="8239125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085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Radio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Omnidirectional free-space radiation.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range: kilohertz levels.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Antennas need not align.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multicast services.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F10E6E7-96B7-4B8A-960C-8D208F6C3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990" y="1870075"/>
            <a:ext cx="3263900" cy="367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297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Radio: Uses/Advantages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FM, TV, paging.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regulated spectrum usage.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Omni antennas commonly deployed.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area, mobile support.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rates achievable contextually.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123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Microwaves (Overview)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8C1F26-B25A-48FB-A3F8-EA044D0F870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5375" y="1902800"/>
            <a:ext cx="5969170" cy="158417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Microwaves are of two types:</a:t>
            </a:r>
          </a:p>
          <a:p>
            <a:pPr marL="228600" lvl="1">
              <a:spcBef>
                <a:spcPts val="10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 microwave</a:t>
            </a:r>
          </a:p>
          <a:p>
            <a:pPr marL="228600" lvl="1">
              <a:spcBef>
                <a:spcPts val="10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microwave communication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Transmission media">
            <a:extLst>
              <a:ext uri="{FF2B5EF4-FFF2-40B4-BE49-F238E27FC236}">
                <a16:creationId xmlns:a16="http://schemas.microsoft.com/office/drawing/2014/main" id="{02FAF02D-7477-4F44-9673-244CC1174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230" y="2227993"/>
            <a:ext cx="5353570" cy="294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80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Terrestrial Microwave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beams ground-to-ground.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Frequencies 1–1000 GHz stated.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Antennas aligned, narrow beams.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Towers spaced kilometers apart.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clear line-of-sight.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41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Satellite Microwave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Orbiting relays above Earth.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versus cable, fiber.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communication coverage possible.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amplifies, retransmits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between earth stations.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7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361ED-3659-4F8B-BBBA-42608CDC8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95" b="8496"/>
          <a:stretch>
            <a:fillRect/>
          </a:stretch>
        </p:blipFill>
        <p:spPr bwMode="auto">
          <a:xfrm>
            <a:off x="5825650" y="2046638"/>
            <a:ext cx="5783614" cy="386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B14F6A4-A803-4E91-878D-834EABD38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67"/>
          <a:stretch>
            <a:fillRect/>
          </a:stretch>
        </p:blipFill>
        <p:spPr bwMode="auto">
          <a:xfrm>
            <a:off x="279229" y="1598131"/>
            <a:ext cx="5231768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098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Infrared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Short-range wireless technology.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Frequencies: 300 GHz–400 THz.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remotes, nearby transfers.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line-of-sight indoors.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reliable outdoors, sunlight.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811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208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Unguided Media</vt:lpstr>
      <vt:lpstr>PowerPoint Presentation</vt:lpstr>
      <vt:lpstr>Radio Waves</vt:lpstr>
      <vt:lpstr>Radio: Uses/Advantages</vt:lpstr>
      <vt:lpstr>Microwaves (Overview)</vt:lpstr>
      <vt:lpstr>Terrestrial Microwave</vt:lpstr>
      <vt:lpstr>Satellite Microwave Communication</vt:lpstr>
      <vt:lpstr>PowerPoint Presentation</vt:lpstr>
      <vt:lpstr>Infrared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51</cp:revision>
  <dcterms:created xsi:type="dcterms:W3CDTF">2024-12-19T08:47:23Z</dcterms:created>
  <dcterms:modified xsi:type="dcterms:W3CDTF">2026-08-06T03:35:44Z</dcterms:modified>
</cp:coreProperties>
</file>