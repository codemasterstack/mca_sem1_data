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4012" r:id="rId2"/>
    <p:sldId id="4035" r:id="rId3"/>
    <p:sldId id="4047" r:id="rId4"/>
    <p:sldId id="4048" r:id="rId5"/>
    <p:sldId id="4024" r:id="rId6"/>
    <p:sldId id="4036" r:id="rId7"/>
    <p:sldId id="4037" r:id="rId8"/>
    <p:sldId id="4038" r:id="rId9"/>
    <p:sldId id="4040" r:id="rId10"/>
    <p:sldId id="4041" r:id="rId11"/>
    <p:sldId id="4042" r:id="rId12"/>
    <p:sldId id="4043" r:id="rId13"/>
    <p:sldId id="4044" r:id="rId14"/>
    <p:sldId id="4045" r:id="rId15"/>
    <p:sldId id="4046" r:id="rId16"/>
    <p:sldId id="40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</a:t>
            </a:r>
          </a:p>
          <a:p>
            <a:pPr algn="ctr"/>
            <a:r>
              <a:rPr lang="en-IN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OSI Reference Model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3B5218-0EB2-4E22-9064-468768D3A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145198" y="463352"/>
            <a:ext cx="6680554" cy="561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16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10804-CDAB-4D2F-B05B-58786FAB9A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599" r="20054"/>
          <a:stretch/>
        </p:blipFill>
        <p:spPr>
          <a:xfrm>
            <a:off x="2160332" y="581891"/>
            <a:ext cx="8119740" cy="564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8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326353-533C-4073-AA5E-CDCF437BFF5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01760" y="850745"/>
            <a:ext cx="7377780" cy="5106710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58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Physical Layer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5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32509" y="1873486"/>
            <a:ext cx="113330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layer of OSI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raw bits between nodes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and terminates connections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mechanical and electrical specs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physical topology and signaling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9173F-4BF4-4BE9-87BF-0855BE962B2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09631" y="1461476"/>
            <a:ext cx="4544169" cy="287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03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Functions of the Physical Layer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29491" y="2372250"/>
            <a:ext cx="113330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physical device connections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Specifies line configuration methods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data transmission modes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network device topology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signaling type used</a:t>
            </a:r>
          </a:p>
        </p:txBody>
      </p:sp>
    </p:spTree>
    <p:extLst>
      <p:ext uri="{BB962C8B-B14F-4D97-AF65-F5344CB8AC3E}">
        <p14:creationId xmlns:p14="http://schemas.microsoft.com/office/powerpoint/2010/main" val="47773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Data-Link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error-free frame transfer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data format on network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communication between devices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two sublayers: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Link Control (LLC)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Access Control (MAC)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flow control and error detection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access to shared media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584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Functions of Data-Link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Converts bits into frames with headers and trailers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Adds hardware addresses to frames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Manages data rate to prevent congestion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Detects and corrects errors using CRC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Determines device control on shared media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43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device addressing and location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best path for data delivery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routing and forwarding packets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routers as layer 3 devices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protocols like IP and IPv6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812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Functions of Network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Internetworking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Provides logical connections between devices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Adds source and destination addresses in frame headers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Determines the best optimal path for data transfer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Packetizing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Converts segments from upper layer into packets using IP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Manages device addressing and location on network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674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Transport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35" y="1485349"/>
            <a:ext cx="10855037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end-to-end data delivery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and/or unreliable data transfer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connection-oriented (TCP) and connectionless (UDP) services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segmentation and reassembly of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flow control and error control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11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4B90E-CF4B-4A96-BAE6-DB2E2D1022F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89303" y="3535727"/>
            <a:ext cx="4665387" cy="267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04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Functions of Transport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end-to-end delivery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and reassembles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connection-oriented and connectionless services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data 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error detection &amp; recovery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122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Session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472" y="1690688"/>
            <a:ext cx="7405255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and maintains sessions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dialog control (half/full duplex)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Synchronizes data exchange with checkpoints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recovery from data transmission errors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controlled interaction between devices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13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B1F87-5AA4-41A3-9321-15FA4CF168E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0727" y="1368425"/>
            <a:ext cx="4025623" cy="40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4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Presentation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309" y="1753682"/>
            <a:ext cx="8582891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data formats between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 syntax and semantics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data encryption for privacy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Conducts data compression to reduce size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interoperability between diverse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14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DFFBB-904E-47F7-A2E2-91037EA31E2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26792" y="1646238"/>
            <a:ext cx="4003058" cy="396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16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Application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291" y="151763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interface for user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file transfer, access, and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email services (SMTP)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directory services for distributed databases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protocols like HTTP, FTP, DNS, TELNET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15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DBC19854-0943-49A3-97FC-0A3C5222F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378" y="4076638"/>
            <a:ext cx="3990140" cy="20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5276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16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319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Physical Layer</vt:lpstr>
      <vt:lpstr>Functions of the Physical Layer</vt:lpstr>
      <vt:lpstr>Data-Link Layer</vt:lpstr>
      <vt:lpstr>Functions of Data-Link Layer</vt:lpstr>
      <vt:lpstr>Network Layer</vt:lpstr>
      <vt:lpstr>Functions of Network Layer</vt:lpstr>
      <vt:lpstr>Transport Layer</vt:lpstr>
      <vt:lpstr>Functions of Transport Layer</vt:lpstr>
      <vt:lpstr>Session Layer</vt:lpstr>
      <vt:lpstr>Presentation Layer</vt:lpstr>
      <vt:lpstr>Application Layer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31</cp:revision>
  <dcterms:created xsi:type="dcterms:W3CDTF">2024-12-19T08:47:23Z</dcterms:created>
  <dcterms:modified xsi:type="dcterms:W3CDTF">2026-08-06T03:34:49Z</dcterms:modified>
</cp:coreProperties>
</file>