
<file path=[Content_Types].xml><?xml version="1.0" encoding="utf-8"?>
<Types xmlns="http://schemas.openxmlformats.org/package/2006/content-types">
  <Default Extension="jfif" ContentType="image/jpeg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4012" r:id="rId2"/>
    <p:sldId id="4020" r:id="rId3"/>
    <p:sldId id="4021" r:id="rId4"/>
    <p:sldId id="4022" r:id="rId5"/>
    <p:sldId id="4023" r:id="rId6"/>
    <p:sldId id="4024" r:id="rId7"/>
    <p:sldId id="4025" r:id="rId8"/>
    <p:sldId id="4026" r:id="rId9"/>
    <p:sldId id="4027" r:id="rId10"/>
    <p:sldId id="4028" r:id="rId11"/>
    <p:sldId id="4029" r:id="rId12"/>
    <p:sldId id="4031" r:id="rId13"/>
    <p:sldId id="4032" r:id="rId14"/>
    <p:sldId id="401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138546" y="1892899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201223"/>
            <a:ext cx="87984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</a:t>
            </a:r>
          </a:p>
          <a:p>
            <a:pPr algn="ctr"/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Network Basics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4F89-D8F9-9BC6-F9B0-2C8B83FD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Computer Networks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39AE4-4A42-35E1-E037-197CAC91E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" r="12456"/>
          <a:stretch/>
        </p:blipFill>
        <p:spPr>
          <a:xfrm>
            <a:off x="2805545" y="1524434"/>
            <a:ext cx="6580909" cy="465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2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EF06-15B7-2B0B-4E97-C96A85E8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Network Topology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E711E-F8BD-EE79-000A-97D91BFF4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Arrangement of networked devices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links, nodes’ layout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data communication paths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or logical network structure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Influences efficiency, reliability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C8CBC-2A8E-18F9-9180-F365E66C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3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9"/>
          <a:stretch/>
        </p:blipFill>
        <p:spPr>
          <a:xfrm>
            <a:off x="6777903" y="2083810"/>
            <a:ext cx="4941444" cy="261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3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CC58-F90F-D9C0-802B-44AD6B55D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Types of Topologies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6F91-725E-3A71-3FCB-217752400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Point-to-Point topology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topology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topology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Ring topology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 (Hierarchical) topology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Daisy Chain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Cellular topology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Topology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F5465-F53B-E7E9-4491-B9A23336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029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1299-9735-AA67-5347-294CB9F3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Point-to-Point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6764-4AC7-B0EC-103F-711D756E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exactly two hosts directly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dedicated private communication link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cost-effective network design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bandwidth reserved for communication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security with no intermediates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2BBD5-55C0-F00B-2353-527CDE66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E0F617-3D3A-4D81-BC50-93CBB1F4F7A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50917" y="4706849"/>
            <a:ext cx="5877405" cy="160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7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Bus topology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1665668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connect to single cable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Cable is called backbone bus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travels entire length cable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listen for correct address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Terminators stop signal reflections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1A28F8-C74A-4512-A584-BE419792C4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28959" y="4252116"/>
            <a:ext cx="6662641" cy="197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1635-5EE2-0539-B330-9EC50A9B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Star topology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79AA0-2DC6-3948-4503-242DA350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2258656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connect to central hub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 controls data transmission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do not connect directly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 can be switch/hub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hub fails, network fails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1D520F-8E1F-4099-8C53-0D672D9FDA0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0" y="1690688"/>
            <a:ext cx="4565073" cy="338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7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8934-FE6D-4B5D-40C6-A4A18CB6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Ring topology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3E53B-FE5E-6AA6-F390-8F0D62906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2161742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connected in circular loop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device connects two neighbors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travels one direction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acts as repeater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breaks entire network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817F1C-9EA7-4C81-B5C1-8AF0BFA3C22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71015" y="2298041"/>
            <a:ext cx="4882785" cy="266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2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DF25C-3BBD-5121-8DBD-7C079420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Mesh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8E9D7-2FC5-236D-57F2-D1278D1DA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connect directly to many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links multiple others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multiple data paths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full and partial mesh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reliable, self-healing network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9D71E-27CF-BDA9-B616-49C9F095C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30D62E-EB1C-40DB-AEB4-3571672AAD3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5410" y="1825625"/>
            <a:ext cx="3994940" cy="293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9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8C9C8-E6EB-2724-541A-67B471578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arranged in hierarchical levels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node connects multiple branches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star and bus topologies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easy to expand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can isolate segments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D2E47-117B-BD17-B94E-59D817C9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10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DCDF25C-3BBD-5121-8DBD-7C079420B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Tree (Hierarchical) topology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963" y="1825625"/>
            <a:ext cx="4897582" cy="275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09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connected in linear series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travels from one device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cost-effective network setup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add new devices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failure disrupts whole chain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11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CDF25C-3BBD-5121-8DBD-7C079420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Daisy Chain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B9A6F-E27C-41B0-AAC9-0B0A665AFA5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64977" y="4675553"/>
            <a:ext cx="6062045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divided into geographic cells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cell served by tower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Frequencies reused in non-adjacent cells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large mobile user numbers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wireless communication, roaming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12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CDF25C-3BBD-5121-8DBD-7C079420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Cellular topology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6BB8A2-10B2-4B58-90D4-F4BB4671011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00906" y="1690688"/>
            <a:ext cx="4086224" cy="272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25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two or more topologies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 strengths of each type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and scalable network design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fault tolerance, reliability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diverse network needs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13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CDF25C-3BBD-5121-8DBD-7C079420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Hybrid Topology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F785C-DCAE-4218-ABBB-002C30BF846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59069" y="1825625"/>
            <a:ext cx="4694731" cy="343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5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How To Write A Thank You Note In Five Easy Steps">
            <a:extLst>
              <a:ext uri="{FF2B5EF4-FFF2-40B4-BE49-F238E27FC236}">
                <a16:creationId xmlns:a16="http://schemas.microsoft.com/office/drawing/2014/main" id="{57A439CB-AFFD-D9AC-704F-B3A46E4F8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157" y="1054318"/>
            <a:ext cx="8901677" cy="500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315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Computer Networks</vt:lpstr>
      <vt:lpstr>Network Topology</vt:lpstr>
      <vt:lpstr>Types of Topologies</vt:lpstr>
      <vt:lpstr>Point-to-Point topology</vt:lpstr>
      <vt:lpstr>Bus topology</vt:lpstr>
      <vt:lpstr>Star topology</vt:lpstr>
      <vt:lpstr>Ring topology</vt:lpstr>
      <vt:lpstr>Mesh topology</vt:lpstr>
      <vt:lpstr>Tree (Hierarchical) topology</vt:lpstr>
      <vt:lpstr>Daisy Chain</vt:lpstr>
      <vt:lpstr>Cellular topology</vt:lpstr>
      <vt:lpstr>Hybrid Topology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17</cp:revision>
  <dcterms:created xsi:type="dcterms:W3CDTF">2024-12-19T08:47:23Z</dcterms:created>
  <dcterms:modified xsi:type="dcterms:W3CDTF">2026-08-06T03:34:10Z</dcterms:modified>
</cp:coreProperties>
</file>