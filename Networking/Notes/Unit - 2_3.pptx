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012" r:id="rId2"/>
    <p:sldId id="4024" r:id="rId3"/>
    <p:sldId id="4025" r:id="rId4"/>
    <p:sldId id="4026" r:id="rId5"/>
    <p:sldId id="4027" r:id="rId6"/>
    <p:sldId id="4028" r:id="rId7"/>
    <p:sldId id="4029" r:id="rId8"/>
    <p:sldId id="4030" r:id="rId9"/>
    <p:sldId id="4031" r:id="rId10"/>
    <p:sldId id="4032" r:id="rId11"/>
    <p:sldId id="4033" r:id="rId12"/>
    <p:sldId id="4034" r:id="rId13"/>
    <p:sldId id="40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Unit-II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US" altLang="en-US" sz="3200" b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Transmission </a:t>
            </a:r>
            <a:r>
              <a:rPr lang="en-US" altLang="en-US" sz="32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Media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Transmission Media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722A2CC-E33A-40C6-AC63-69341A78544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1282227" y="1884161"/>
            <a:ext cx="8291264" cy="35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carrying information signals.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bits across LANs.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path transmitter to receiver.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Copper uses electrical signals.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uses light pulses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 physical component.</a:t>
            </a:r>
          </a:p>
          <a:p>
            <a:pPr marL="457200" indent="-45720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Classification of Transmission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40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(wired) transmission media.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Unguided (wireless) transmission media.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  <p:pic>
        <p:nvPicPr>
          <p:cNvPr id="5" name="Picture 2" descr="Transmission media">
            <a:extLst>
              <a:ext uri="{FF2B5EF4-FFF2-40B4-BE49-F238E27FC236}">
                <a16:creationId xmlns:a16="http://schemas.microsoft.com/office/drawing/2014/main" id="{D5C54486-CAB7-4FF4-AE3B-1FF574ED0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038" y="2385291"/>
            <a:ext cx="8275762" cy="383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85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Factors Affecting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sets data rate.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impairment degrades quality.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Impairments: attenuation, distortion, noise.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Interference: unwanted signal addition.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Medium, signal characteristics matter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97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Guided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bounded transmission paths.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Twisted Pair cables.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cable: baseband, broadband.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optic: single, multimode.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123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Twisted Pair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insulated copper wires.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Twisted spiral noise reduction.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Cheap, lightweight, easy install.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range 0–3.5 kHz.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twists reduce interference.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6</a:t>
            </a:r>
            <a:endParaRPr lang="en-IN" dirty="0"/>
          </a:p>
        </p:txBody>
      </p:sp>
      <p:pic>
        <p:nvPicPr>
          <p:cNvPr id="5" name="Picture 2" descr="Transmission media">
            <a:extLst>
              <a:ext uri="{FF2B5EF4-FFF2-40B4-BE49-F238E27FC236}">
                <a16:creationId xmlns:a16="http://schemas.microsoft.com/office/drawing/2014/main" id="{65A8D4A5-F993-4E56-9BCF-784FB3C35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509" y="4603010"/>
            <a:ext cx="594360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80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Types of Twisted Pair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  <p:pic>
        <p:nvPicPr>
          <p:cNvPr id="5" name="Picture 2" descr="Transmission media">
            <a:extLst>
              <a:ext uri="{FF2B5EF4-FFF2-40B4-BE49-F238E27FC236}">
                <a16:creationId xmlns:a16="http://schemas.microsoft.com/office/drawing/2014/main" id="{3ABEA3BE-F7E9-4111-9C09-5DD466B1BE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331420" cy="37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41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6C45645-576B-44F1-85A3-7F55F4269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982" y="1319047"/>
            <a:ext cx="3952865" cy="418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Black UTP Cable, Rs 3000 /piece VG-TECH INFOTEL | ID: 17677459533">
            <a:extLst>
              <a:ext uri="{FF2B5EF4-FFF2-40B4-BE49-F238E27FC236}">
                <a16:creationId xmlns:a16="http://schemas.microsoft.com/office/drawing/2014/main" id="{FC3163D0-D60D-46D2-875C-548201C95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659" y="1319047"/>
            <a:ext cx="3919011" cy="208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EBA3A0F-C47A-430A-B62A-091F018DA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659" y="3511305"/>
            <a:ext cx="4251482" cy="186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Coaxial Cable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256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parallel conductors coaxial.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frequency than twisted.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copper, outer mesh.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Dielectric separates conductors centrally.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shields against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EMI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interference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83301C39-D90A-4740-9878-1514549BD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627" y="3979734"/>
            <a:ext cx="6163936" cy="2194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84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752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Coaxial: Baseband vs Broadband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Baseband: single high-speed signal.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Broadband: multiple signals simultaneously.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Application-specific selection required.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equipment, modulation schemes.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48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30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Fiber Optics Cable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354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using light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coated with protective plastics.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to electromagnetic interference.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copper wiring.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high data rates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11</a:t>
            </a:r>
            <a:endParaRPr lang="en-IN" dirty="0"/>
          </a:p>
        </p:txBody>
      </p:sp>
      <p:pic>
        <p:nvPicPr>
          <p:cNvPr id="5" name="Picture 2" descr="Transmission media">
            <a:extLst>
              <a:ext uri="{FF2B5EF4-FFF2-40B4-BE49-F238E27FC236}">
                <a16:creationId xmlns:a16="http://schemas.microsoft.com/office/drawing/2014/main" id="{012DC8BD-82BC-47E3-9E13-BEFB91F94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898" y="3881006"/>
            <a:ext cx="7613073" cy="228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12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Fiber: Core/Cladding/Jacket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light transmission region.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core transmits more light.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Cladding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lowers refractive index.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internal total reflection.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Jacket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strength, shock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12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97EE9C85-115D-4B0A-AC9F-30AC06E1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783" y="4511677"/>
            <a:ext cx="8281988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115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13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286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Transmission Media</vt:lpstr>
      <vt:lpstr>Classification of Transmission Media</vt:lpstr>
      <vt:lpstr>Factors Affecting Media</vt:lpstr>
      <vt:lpstr>Guided Media</vt:lpstr>
      <vt:lpstr>Twisted Pair</vt:lpstr>
      <vt:lpstr>Types of Twisted Pair</vt:lpstr>
      <vt:lpstr>PowerPoint Presentation</vt:lpstr>
      <vt:lpstr>Coaxial Cable</vt:lpstr>
      <vt:lpstr>Coaxial: Baseband vs Broadband</vt:lpstr>
      <vt:lpstr>Fiber Optics Cable</vt:lpstr>
      <vt:lpstr>Fiber: Core/Cladding/Jacket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50</cp:revision>
  <dcterms:created xsi:type="dcterms:W3CDTF">2024-12-19T08:47:23Z</dcterms:created>
  <dcterms:modified xsi:type="dcterms:W3CDTF">2026-08-06T03:35:36Z</dcterms:modified>
</cp:coreProperties>
</file>