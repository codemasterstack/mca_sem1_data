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4012" r:id="rId2"/>
    <p:sldId id="4024" r:id="rId3"/>
    <p:sldId id="4025" r:id="rId4"/>
    <p:sldId id="4026" r:id="rId5"/>
    <p:sldId id="4027" r:id="rId6"/>
    <p:sldId id="4028" r:id="rId7"/>
    <p:sldId id="4029" r:id="rId8"/>
    <p:sldId id="4030" r:id="rId9"/>
    <p:sldId id="4033" r:id="rId10"/>
    <p:sldId id="4032" r:id="rId11"/>
    <p:sldId id="4034" r:id="rId12"/>
    <p:sldId id="4035" r:id="rId13"/>
    <p:sldId id="4036" r:id="rId14"/>
    <p:sldId id="4037" r:id="rId15"/>
    <p:sldId id="401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221674" y="1089336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166930"/>
            <a:ext cx="87984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Unit-II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US" alt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Networking Devices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Networking Devices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722A2CC-E33A-40C6-AC63-69341A785447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838200" y="1884161"/>
            <a:ext cx="8291264" cy="254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and structure the network.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network connectivity for devices.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packets within and between networks.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and boost signal strength.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communication and file sharing.</a:t>
            </a:r>
          </a:p>
        </p:txBody>
      </p:sp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CAB63525-EEFB-4DAC-A578-C7D2EE5A7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10" y="773266"/>
            <a:ext cx="1033549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IN" alt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j-lt"/>
                <a:ea typeface="+mj-ea"/>
                <a:cs typeface="+mj-cs"/>
              </a:rPr>
              <a:t>Types of network devices</a:t>
            </a:r>
            <a:endParaRPr lang="en-US" alt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01213" y="2038864"/>
            <a:ext cx="6096000" cy="409240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Modem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Repeater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</a:p>
        </p:txBody>
      </p:sp>
    </p:spTree>
    <p:extLst>
      <p:ext uri="{BB962C8B-B14F-4D97-AF65-F5344CB8AC3E}">
        <p14:creationId xmlns:p14="http://schemas.microsoft.com/office/powerpoint/2010/main" val="300085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Network Interface Card (NIC)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 is a network interface card.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devices to join networks.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at OSI physical/data link.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unique MAC address in ROM.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wired and wireless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297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alt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Modem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504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digital to analog signals.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converts analog to digital.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computer use of phone lines.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Modulation: digital to analog conversion.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Demodulation: analog to digital conversion.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Modem speed measured in bps.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5</a:t>
            </a:r>
            <a:endParaRPr lang="en-IN" dirty="0"/>
          </a:p>
        </p:txBody>
      </p:sp>
      <p:pic>
        <p:nvPicPr>
          <p:cNvPr id="5" name="Picture 6" descr="Modem vs Router: What's the Difference?">
            <a:extLst>
              <a:ext uri="{FF2B5EF4-FFF2-40B4-BE49-F238E27FC236}">
                <a16:creationId xmlns:a16="http://schemas.microsoft.com/office/drawing/2014/main" id="{7E110835-4813-4013-913A-0A70C6B21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739" y="4497757"/>
            <a:ext cx="5692061" cy="1701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123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Hub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6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8C1F26-B25A-48FB-A3F8-EA044D0F870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5375" y="1902800"/>
            <a:ext cx="5969170" cy="158417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LAN segments with ports.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Broadcasts incoming data to all.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passive, active, intelligent.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Passive: no amplifier, no power.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Active: amplifies signal, needs power.</a:t>
            </a:r>
          </a:p>
        </p:txBody>
      </p:sp>
      <p:pic>
        <p:nvPicPr>
          <p:cNvPr id="6" name="Picture 4" descr="What is Hub in Networking | Types of HUB and its functions">
            <a:extLst>
              <a:ext uri="{FF2B5EF4-FFF2-40B4-BE49-F238E27FC236}">
                <a16:creationId xmlns:a16="http://schemas.microsoft.com/office/drawing/2014/main" id="{8C0B2859-EB28-4E77-9AF0-C05D0B95363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123" y="1656699"/>
            <a:ext cx="5184576" cy="290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800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Passive Hub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7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hub does not amplify signals.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boost or manipulate traffic.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 passes received signals through.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no electrical power supply.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simple, small networks.</a:t>
            </a:r>
          </a:p>
        </p:txBody>
      </p:sp>
    </p:spTree>
    <p:extLst>
      <p:ext uri="{BB962C8B-B14F-4D97-AF65-F5344CB8AC3E}">
        <p14:creationId xmlns:p14="http://schemas.microsoft.com/office/powerpoint/2010/main" val="4078411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Active Hub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hub does not amplify signals.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boost or manipulate traffic.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 passes received signals through.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no electrical power supply.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simple, small networks.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476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Intelligent Hub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smart hub device.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as an active hub.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diagnostic capabilities onboard.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microprocessor chip embedded.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network troubleshooting.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959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Repeaters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510" y="184785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Repeater regenerates weak signals.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 transmission range in networks.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at physical layer (Layer 1).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noise and distortion.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network segments seamlessly.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10</a:t>
            </a: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88BA57F-CAE6-4D0A-8530-6BBAC3118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768" y="1267202"/>
            <a:ext cx="4925961" cy="5222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7811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Bridges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264" y="1847850"/>
            <a:ext cx="6049296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connects two LAN segments.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at data link layer.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and forwards frames selectively.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network traffic and collisions.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divide large networks efficiently.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11</a:t>
            </a:r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D4774C9-B50A-47B6-BA22-60809C563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762" y="1469460"/>
            <a:ext cx="4830038" cy="441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4338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Switch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244" y="1690688"/>
            <a:ext cx="6049296" cy="298962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devices with multiple ports.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and routes data frames.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at data link layer.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cut-through and store-forward.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Cuts errors or delays respectively.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12</a:t>
            </a:r>
            <a:endParaRPr lang="en-IN" dirty="0"/>
          </a:p>
        </p:txBody>
      </p:sp>
      <p:pic>
        <p:nvPicPr>
          <p:cNvPr id="7" name="Picture 2" descr="How does a Switch work? (Animated) | Aziz Ozbek">
            <a:extLst>
              <a:ext uri="{FF2B5EF4-FFF2-40B4-BE49-F238E27FC236}">
                <a16:creationId xmlns:a16="http://schemas.microsoft.com/office/drawing/2014/main" id="{7080EC06-A34E-4333-B4FD-F5C9DA6663F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20" y="1690688"/>
            <a:ext cx="4896544" cy="2754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326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Router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244" y="1690688"/>
            <a:ext cx="6049296" cy="298962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 device.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LANs and ISPs.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packets by address.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Static/dynamic routing tables.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data paths.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13</a:t>
            </a:r>
            <a:endParaRPr lang="en-IN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D1BF3F6-51F7-41FE-BA7D-057C1E0AC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378" y="2798819"/>
            <a:ext cx="4861727" cy="276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834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Gateway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641" y="1263680"/>
            <a:ext cx="6049296" cy="497488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point between networks.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protocols and formats.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NAT and DHCP.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Regulates network traffic.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inter-network communication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NAT: Network Address Translation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DHCP: Dynamic Host Configuration Protocol</a:t>
            </a:r>
          </a:p>
          <a:p>
            <a:pPr>
              <a:lnSpc>
                <a:spcPct val="12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14</a:t>
            </a:r>
            <a:endParaRPr lang="en-IN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261B6604-50E1-4F78-85C1-7BAD51096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496" y="1447494"/>
            <a:ext cx="4442734" cy="424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9207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15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100E78-310B-3971-6C1D-4A5D1E777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7040" y="2701547"/>
            <a:ext cx="6537920" cy="1621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434</Words>
  <Application>Microsoft Office PowerPoint</Application>
  <PresentationFormat>Widescreen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Networking Devices</vt:lpstr>
      <vt:lpstr>PowerPoint Presentation</vt:lpstr>
      <vt:lpstr>Network Interface Card (NIC)</vt:lpstr>
      <vt:lpstr>Modem</vt:lpstr>
      <vt:lpstr>Hub</vt:lpstr>
      <vt:lpstr>Passive Hub</vt:lpstr>
      <vt:lpstr>Active Hub</vt:lpstr>
      <vt:lpstr>Intelligent Hub</vt:lpstr>
      <vt:lpstr>Repeaters</vt:lpstr>
      <vt:lpstr>Bridges</vt:lpstr>
      <vt:lpstr>Switch</vt:lpstr>
      <vt:lpstr>Router</vt:lpstr>
      <vt:lpstr>Gateway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54</cp:revision>
  <dcterms:created xsi:type="dcterms:W3CDTF">2024-12-19T08:47:23Z</dcterms:created>
  <dcterms:modified xsi:type="dcterms:W3CDTF">2026-08-06T03:35:52Z</dcterms:modified>
</cp:coreProperties>
</file>