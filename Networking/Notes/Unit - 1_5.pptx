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012" r:id="rId2"/>
    <p:sldId id="4021" r:id="rId3"/>
    <p:sldId id="4034" r:id="rId4"/>
    <p:sldId id="4022" r:id="rId5"/>
    <p:sldId id="4023" r:id="rId6"/>
    <p:sldId id="4024" r:id="rId7"/>
    <p:sldId id="4035" r:id="rId8"/>
    <p:sldId id="4025" r:id="rId9"/>
    <p:sldId id="40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 Models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EF06-15B7-2B0B-4E97-C96A85E8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Network Models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711E-F8BD-EE79-000A-97D91BFF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approach for data transmission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enable orderly communication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sender-receiver connection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smooth, efficient data 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models: OSI, TCP/IP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C8CBC-2A8E-18F9-9180-F365E66C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63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D5152-A430-49AE-9F88-124D9642D10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2598" y="1456719"/>
            <a:ext cx="8792622" cy="367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4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CC58-F90F-D9C0-802B-44AD6B55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F91-725E-3A71-3FCB-21775240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divided into small pieces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layer supports higher layer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Modularity, clear interfaces provided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Services, protocols, interfaces involved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Aids easy modification, testing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F5465-F53B-E7E9-4491-B9A23336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029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1299-9735-AA67-5347-294CB9F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Why Do We Require Layered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6764-4AC7-B0EC-103F-711D756E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complex network into layers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specific function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modularity and easy modifications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independent development and 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design, troubleshooting complexity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2BBD5-55C0-F00B-2353-527CDE6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51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OSI Reference Model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509" y="1873486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OSI: Open System Interconnection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Organization for Standardization </a:t>
            </a:r>
            <a:r>
              <a:rPr lang="en-IN" sz="2800" dirty="0" smtClean="0"/>
              <a:t>(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ISO),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for computer communications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network tasks into 7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independent, task-specific</a:t>
            </a:r>
          </a:p>
        </p:txBody>
      </p:sp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3B5218-0EB2-4E22-9064-468768D3A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45198" y="463352"/>
            <a:ext cx="6680554" cy="56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1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1635-5EE2-0539-B330-9EC50A9B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46" y="136491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Functions of the OSI Layers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9AA0-2DC6-3948-4503-242DA350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E1C7C0-63FF-4C48-AEBB-348B186AAC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98498" y="1005984"/>
            <a:ext cx="8001466" cy="518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7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147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Network Models Introduction</vt:lpstr>
      <vt:lpstr>PowerPoint Presentation</vt:lpstr>
      <vt:lpstr>Layered Architecture</vt:lpstr>
      <vt:lpstr>Why Do We Require Layered Architecture?</vt:lpstr>
      <vt:lpstr>OSI Reference Model</vt:lpstr>
      <vt:lpstr>PowerPoint Presentation</vt:lpstr>
      <vt:lpstr>Functions of the OSI Layers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27</cp:revision>
  <dcterms:created xsi:type="dcterms:W3CDTF">2024-12-19T08:47:23Z</dcterms:created>
  <dcterms:modified xsi:type="dcterms:W3CDTF">2026-08-06T03:34:40Z</dcterms:modified>
</cp:coreProperties>
</file>