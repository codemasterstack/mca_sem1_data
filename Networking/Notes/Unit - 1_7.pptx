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4012" r:id="rId2"/>
    <p:sldId id="4024" r:id="rId3"/>
    <p:sldId id="4047" r:id="rId4"/>
    <p:sldId id="4048" r:id="rId5"/>
    <p:sldId id="4036" r:id="rId6"/>
    <p:sldId id="4037" r:id="rId7"/>
    <p:sldId id="4038" r:id="rId8"/>
    <p:sldId id="4040" r:id="rId9"/>
    <p:sldId id="4041" r:id="rId10"/>
    <p:sldId id="4042" r:id="rId11"/>
    <p:sldId id="4043" r:id="rId12"/>
    <p:sldId id="4044" r:id="rId13"/>
    <p:sldId id="4045" r:id="rId14"/>
    <p:sldId id="4046" r:id="rId15"/>
    <p:sldId id="4049" r:id="rId16"/>
    <p:sldId id="401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B5AD1-AED5-447F-B015-33F211256C51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26D41-FF65-4115-8719-90854CAEF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FCD2-971A-43FF-935B-13BD991569F0}" type="datetime1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E6A3-F4FD-4640-AA6F-0FCDCD7E7399}" type="datetime1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87F2A-27F4-40A5-A98A-FADDBB4DCCC5}" type="datetime1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8DBE-DA56-4ABF-A294-32DA2E6B49A1}" type="datetime1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2D40D-3842-46F9-A083-31C5F14A3A7F}" type="datetime1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870A-2C88-41DB-A183-C077FED04344}" type="datetime1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8A2AF-FCBD-48BC-A81D-521DD7ECBF42}" type="datetime1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5AEA-8D87-48E6-8A1E-0530C0178914}" type="datetime1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907D6-995A-4F91-92E2-ED61B38477E7}" type="datetime1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896A-0523-4E49-8327-36EC3EF2A767}" type="datetime1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D5E1-ACE2-4D45-9C95-576178DFE9D2}" type="datetime1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544A2-12D0-4795-98EC-67C17B4C675B}" type="datetime1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3F4632-2E8A-925D-1D1D-E18C3819C15B}"/>
              </a:ext>
            </a:extLst>
          </p:cNvPr>
          <p:cNvSpPr/>
          <p:nvPr/>
        </p:nvSpPr>
        <p:spPr>
          <a:xfrm>
            <a:off x="221674" y="1089336"/>
            <a:ext cx="1147156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CAP7001: 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Data Communication and Networking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012BF-9484-9988-12E0-5DA30A45AC54}"/>
              </a:ext>
            </a:extLst>
          </p:cNvPr>
          <p:cNvSpPr txBox="1"/>
          <p:nvPr/>
        </p:nvSpPr>
        <p:spPr>
          <a:xfrm>
            <a:off x="1863019" y="4166930"/>
            <a:ext cx="879847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Unit-I</a:t>
            </a:r>
          </a:p>
          <a:p>
            <a:pPr algn="ctr"/>
            <a:r>
              <a:rPr lang="en-IN" sz="32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TCP/IP model</a:t>
            </a:r>
            <a:endParaRPr lang="en-US" sz="32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AC30B-A0AF-17F9-933D-2C759D8E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767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382A-45C3-B7B8-060F-7D50B48B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59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TCP/IP model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6AA03-73B3-CE79-1F7A-14FCC651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32509" y="1873486"/>
            <a:ext cx="113330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before OSI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 included upper layers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 provide specific 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protocol modules</a:t>
            </a:r>
          </a:p>
        </p:txBody>
      </p:sp>
    </p:spTree>
    <p:extLst>
      <p:ext uri="{BB962C8B-B14F-4D97-AF65-F5344CB8AC3E}">
        <p14:creationId xmlns:p14="http://schemas.microsoft.com/office/powerpoint/2010/main" val="93488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3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097272-14F7-4B65-957A-96D427E9DAE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-820" t="-2342" r="9880" b="1397"/>
          <a:stretch/>
        </p:blipFill>
        <p:spPr>
          <a:xfrm>
            <a:off x="1676000" y="1113625"/>
            <a:ext cx="8840000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3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Functions of TCP/IP layer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4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127C2E-5CD1-4BC7-BBEE-9BEA630119A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02327" y="1357385"/>
            <a:ext cx="9712037" cy="479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869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382A-45C3-B7B8-060F-7D50B48B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0803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Network Access Layer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6AA03-73B3-CE79-1F7A-14FCC651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5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429491" y="2372250"/>
            <a:ext cx="1133301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Physical and Data Link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how data is sent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Transmits data on same network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Encapsulates IP datagram in frames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Ethernet, Token Ring, Frame Relay</a:t>
            </a:r>
          </a:p>
        </p:txBody>
      </p:sp>
    </p:spTree>
    <p:extLst>
      <p:ext uri="{BB962C8B-B14F-4D97-AF65-F5344CB8AC3E}">
        <p14:creationId xmlns:p14="http://schemas.microsoft.com/office/powerpoint/2010/main" val="477735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Internet Layer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of TCP/IP model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packet sending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regardless of route path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IP, ARP, ICMP protocols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addressing and routing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8584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Internet Protocol (IP)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logical IP addresses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Host-to-host communication path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Encapsulates data as IP datagram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Fragmentation and reassembly tasks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between distant networks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3431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Address Resolution Protocol (ARP)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physical address from IP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layer protocol function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request broadcasted on network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reply sent by recipient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address cached in memory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812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ICMP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442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Control Message Protocol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notifications on datagram issues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Informs sender about undeliverable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ICMP Test and Reply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problems, correction sender's job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9674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Transport Layer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4621"/>
            <a:ext cx="10855037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error-free delivery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Facilitates conversation between hosts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interface to network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TCP,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UDP protocols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and unreliable service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8504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User Datagram Protocol (UDP)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Connectionless transport service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Unreliable error detection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source and destination ports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length and checksum fields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identify lost packets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2122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9449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Transmission Control Protocol (TCP)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022" y="2187574"/>
            <a:ext cx="11481955" cy="357591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Reliable, connection-oriented service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circuit between sender and receiver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and retransmits errors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Segments data with sequence numbers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Reorders segments at destination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9945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Application </a:t>
            </a:r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Layer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90688"/>
            <a:ext cx="9996055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Topmost layer in TCP/IP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network services to users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resource allocation issues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an application itself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 with user applications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6516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8751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Functions of Application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291" y="200501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transfer, access, management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forwarding and storage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directory services globally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network transparency concepts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distributed database sources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5276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Application Layer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Hypertext Transfer Protocol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SNMP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Network Management Protocol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SMTP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Simple Mail Transfer Protocol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Domain Name System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TELNET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Terminal Network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Protocol/Telecommunication Network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4740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8BEB83-B4D6-22E3-ED15-CD0A7FDA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16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100E78-310B-3971-6C1D-4A5D1E777D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827040" y="2701547"/>
            <a:ext cx="6537920" cy="16211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1645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352</Words>
  <Application>Microsoft Office PowerPoint</Application>
  <PresentationFormat>Widescreen</PresentationFormat>
  <Paragraphs>94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Times New Roman</vt:lpstr>
      <vt:lpstr>1_Office Theme</vt:lpstr>
      <vt:lpstr>PowerPoint Presentation</vt:lpstr>
      <vt:lpstr>TCP/IP model</vt:lpstr>
      <vt:lpstr>PowerPoint Presentation</vt:lpstr>
      <vt:lpstr>Functions of TCP/IP layer</vt:lpstr>
      <vt:lpstr>Network Access Layer</vt:lpstr>
      <vt:lpstr>Internet Layer</vt:lpstr>
      <vt:lpstr>Internet Protocol (IP) Functions</vt:lpstr>
      <vt:lpstr>Address Resolution Protocol (ARP)</vt:lpstr>
      <vt:lpstr>ICMP Protocol</vt:lpstr>
      <vt:lpstr>Transport Layer Protocols</vt:lpstr>
      <vt:lpstr>User Datagram Protocol (UDP)</vt:lpstr>
      <vt:lpstr>Transmission Control Protocol (TCP)</vt:lpstr>
      <vt:lpstr>Application Layer</vt:lpstr>
      <vt:lpstr>Functions of Application Layer</vt:lpstr>
      <vt:lpstr>Application Layer Protocols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DELL</cp:lastModifiedBy>
  <cp:revision>36</cp:revision>
  <dcterms:created xsi:type="dcterms:W3CDTF">2024-12-19T08:47:23Z</dcterms:created>
  <dcterms:modified xsi:type="dcterms:W3CDTF">2026-08-17T04:05:00Z</dcterms:modified>
</cp:coreProperties>
</file>